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aebf312ea94082" /><Relationship Type="http://schemas.openxmlformats.org/officeDocument/2006/relationships/extended-properties" Target="/docProps/app.xml" Id="R8b084b6fecde4132" /><Relationship Type="http://schemas.openxmlformats.org/officeDocument/2006/relationships/officeDocument" Target="/ppt/presentation.xml" Id="Rada0ec35754745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eb1b9a6c524dc3"/>
  </p:sldMasterIdLst>
  <p:notesMasterIdLst>
    <p:notesMasterId xmlns:r="http://schemas.openxmlformats.org/officeDocument/2006/relationships" r:id="R3f6da57a69064351"/>
  </p:notesMasterIdLst>
  <p:sldIdLst>
    <p:sldId xmlns:r="http://schemas.openxmlformats.org/officeDocument/2006/relationships" id="256" r:id="R3dcddc3f1b1b4092"/>
    <p:sldId xmlns:r="http://schemas.openxmlformats.org/officeDocument/2006/relationships" id="257" r:id="Rda62fa0f44e84c2d"/>
    <p:sldId xmlns:r="http://schemas.openxmlformats.org/officeDocument/2006/relationships" id="258" r:id="R958e644e33634b49"/>
    <p:sldId xmlns:r="http://schemas.openxmlformats.org/officeDocument/2006/relationships" id="259" r:id="R370eb06f6027439d"/>
    <p:sldId xmlns:r="http://schemas.openxmlformats.org/officeDocument/2006/relationships" id="260" r:id="R189da4596e714edd"/>
    <p:sldId xmlns:r="http://schemas.openxmlformats.org/officeDocument/2006/relationships" id="261" r:id="R6ac7029e8e944193"/>
    <p:sldId xmlns:r="http://schemas.openxmlformats.org/officeDocument/2006/relationships" id="262" r:id="R5381a3d54d9846c3"/>
    <p:sldId xmlns:r="http://schemas.openxmlformats.org/officeDocument/2006/relationships" id="263" r:id="R5e260a710a054699"/>
    <p:sldId xmlns:r="http://schemas.openxmlformats.org/officeDocument/2006/relationships" id="264" r:id="R21b3015a87d441d9"/>
    <p:sldId xmlns:r="http://schemas.openxmlformats.org/officeDocument/2006/relationships" id="265" r:id="R10d3a18c77284f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4272e48c074163" /><Relationship Type="http://schemas.openxmlformats.org/officeDocument/2006/relationships/slideMaster" Target="/ppt/slideMasters/slideMaster1.xml" Id="R7aeb1b9a6c524dc3" /><Relationship Type="http://schemas.openxmlformats.org/officeDocument/2006/relationships/notesMaster" Target="/ppt/notesMasters/notesMaster1.xml" Id="R3f6da57a69064351" /><Relationship Type="http://schemas.openxmlformats.org/officeDocument/2006/relationships/presProps" Target="/ppt/presProps.xml" Id="Rcd19dba188924c10" /><Relationship Type="http://schemas.openxmlformats.org/officeDocument/2006/relationships/tableStyles" Target="/ppt/tableStyles.xml" Id="R95e950dcb2f04247" /><Relationship Type="http://schemas.openxmlformats.org/officeDocument/2006/relationships/slide" Target="/ppt/slides/slide1.xml" Id="R3dcddc3f1b1b4092" /><Relationship Type="http://schemas.openxmlformats.org/officeDocument/2006/relationships/slide" Target="/ppt/slides/slide2.xml" Id="Rda62fa0f44e84c2d" /><Relationship Type="http://schemas.openxmlformats.org/officeDocument/2006/relationships/slide" Target="/ppt/slides/slide3.xml" Id="R958e644e33634b49" /><Relationship Type="http://schemas.openxmlformats.org/officeDocument/2006/relationships/slide" Target="/ppt/slides/slide4.xml" Id="R370eb06f6027439d" /><Relationship Type="http://schemas.openxmlformats.org/officeDocument/2006/relationships/slide" Target="/ppt/slides/slide5.xml" Id="R189da4596e714edd" /><Relationship Type="http://schemas.openxmlformats.org/officeDocument/2006/relationships/slide" Target="/ppt/slides/slide6.xml" Id="R6ac7029e8e944193" /><Relationship Type="http://schemas.openxmlformats.org/officeDocument/2006/relationships/slide" Target="/ppt/slides/slide7.xml" Id="R5381a3d54d9846c3" /><Relationship Type="http://schemas.openxmlformats.org/officeDocument/2006/relationships/slide" Target="/ppt/slides/slide8.xml" Id="R5e260a710a054699" /><Relationship Type="http://schemas.openxmlformats.org/officeDocument/2006/relationships/slide" Target="/ppt/slides/slide9.xml" Id="R21b3015a87d441d9" /><Relationship Type="http://schemas.openxmlformats.org/officeDocument/2006/relationships/slide" Target="/ppt/slides/slide10.xml" Id="R10d3a18c77284f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0620000fe04d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70a47f98214f35" /><Relationship Type="http://schemas.openxmlformats.org/officeDocument/2006/relationships/notesMaster" Target="/ppt/notesMasters/notesMaster1.xml" Id="R445b24b3992d4e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eb9f90b9c0418d" /><Relationship Type="http://schemas.openxmlformats.org/officeDocument/2006/relationships/notesMaster" Target="/ppt/notesMasters/notesMaster1.xml" Id="R289866ca75c749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8889f9cfd840d2" /><Relationship Type="http://schemas.openxmlformats.org/officeDocument/2006/relationships/notesMaster" Target="/ppt/notesMasters/notesMaster1.xml" Id="R488b2f8bd93042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5e3d64fb5d419c" /><Relationship Type="http://schemas.openxmlformats.org/officeDocument/2006/relationships/notesMaster" Target="/ppt/notesMasters/notesMaster1.xml" Id="R46d29d7bdea847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49ad24b748498e" /><Relationship Type="http://schemas.openxmlformats.org/officeDocument/2006/relationships/notesMaster" Target="/ppt/notesMasters/notesMaster1.xml" Id="R7b98d5311a6244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b9e28ac17d473e" /><Relationship Type="http://schemas.openxmlformats.org/officeDocument/2006/relationships/notesMaster" Target="/ppt/notesMasters/notesMaster1.xml" Id="R492ccd7f62ec43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3d41c759f14e2a" /><Relationship Type="http://schemas.openxmlformats.org/officeDocument/2006/relationships/notesMaster" Target="/ppt/notesMasters/notesMaster1.xml" Id="Ra59b22ea478748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0f6d10059043c1" /><Relationship Type="http://schemas.openxmlformats.org/officeDocument/2006/relationships/notesMaster" Target="/ppt/notesMasters/notesMaster1.xml" Id="R21522dc3509043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0d7c967f8b45c4" /><Relationship Type="http://schemas.openxmlformats.org/officeDocument/2006/relationships/notesMaster" Target="/ppt/notesMasters/notesMaster1.xml" Id="R4c45e518fa7541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bed08975b64585" /><Relationship Type="http://schemas.openxmlformats.org/officeDocument/2006/relationships/notesMaster" Target="/ppt/notesMasters/notesMaster1.xml" Id="Rf91ca66a480341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2dd2c01c94c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1e1e4e8ab40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1a48d6c1545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225b9788b47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958f3182249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3106494bb40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10564F-D1E0-484D-BEAC-BD91AA3B5D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9A7B91-C7C7-4346-A5E8-BA6212CE33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1F4025-CAD0-42E2-98C6-3C05572DCC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75FF95-7EFC-4E8D-82FD-C1B01A7C60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D4340B-370F-4375-B1A5-5CE42A7FBB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5E3E52F-8712-4BA3-9C1D-5E49A6783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FF1356-ECAD-4E75-A232-01D6A887EA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6777C0-5A10-43D8-9C95-EAA4D8201B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CD1AF9-BB7E-449B-800C-759FEC2AF4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93485B-44D8-4D9E-A382-C0ED331F1E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a377e4d6694d93" /><Relationship Type="http://schemas.openxmlformats.org/officeDocument/2006/relationships/slideLayout" Target="/ppt/slideLayouts/slideLayout1.xml" Id="R180d50970b5f4bdd" /><Relationship Type="http://schemas.openxmlformats.org/officeDocument/2006/relationships/slideLayout" Target="/ppt/slideLayouts/slideLayout2.xml" Id="Rc756bcae21764929" /><Relationship Type="http://schemas.openxmlformats.org/officeDocument/2006/relationships/slideLayout" Target="/ppt/slideLayouts/slideLayout3.xml" Id="Rea786ecac51c4c84" /><Relationship Type="http://schemas.openxmlformats.org/officeDocument/2006/relationships/slideLayout" Target="/ppt/slideLayouts/slideLayout4.xml" Id="R2d560c39e4604ea0" /><Relationship Type="http://schemas.openxmlformats.org/officeDocument/2006/relationships/slideLayout" Target="/ppt/slideLayouts/slideLayout5.xml" Id="R7a6bd6ecff7f495d" /><Relationship Type="http://schemas.openxmlformats.org/officeDocument/2006/relationships/slideLayout" Target="/ppt/slideLayouts/slideLayout6.xml" Id="R3df9f7f876cd44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0d50970b5f4bdd"/>
    <p:sldLayoutId xmlns:r="http://schemas.openxmlformats.org/officeDocument/2006/relationships" id="2147483650" r:id="Rc756bcae21764929"/>
    <p:sldLayoutId xmlns:r="http://schemas.openxmlformats.org/officeDocument/2006/relationships" id="2147483651" r:id="Rea786ecac51c4c84"/>
    <p:sldLayoutId xmlns:r="http://schemas.openxmlformats.org/officeDocument/2006/relationships" id="2147483652" r:id="R2d560c39e4604ea0"/>
    <p:sldLayoutId xmlns:r="http://schemas.openxmlformats.org/officeDocument/2006/relationships" id="2147483653" r:id="R7a6bd6ecff7f495d"/>
    <p:sldLayoutId xmlns:r="http://schemas.openxmlformats.org/officeDocument/2006/relationships" id="2147483654" r:id="R3df9f7f876cd44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48d60656340e8" /><Relationship Type="http://schemas.openxmlformats.org/officeDocument/2006/relationships/notesSlide" Target="/ppt/notesSlides/notesSlide1.xml" Id="Ra3ee8fcd856440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1f63664624720" /><Relationship Type="http://schemas.openxmlformats.org/officeDocument/2006/relationships/notesSlide" Target="/ppt/notesSlides/notesSlide2.xml" Id="Rfca757bb03c74b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5225551c24d11" /><Relationship Type="http://schemas.openxmlformats.org/officeDocument/2006/relationships/notesSlide" Target="/ppt/notesSlides/notesSlide3.xml" Id="R0bed0ea1515b4c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590504c6744fc" /><Relationship Type="http://schemas.openxmlformats.org/officeDocument/2006/relationships/notesSlide" Target="/ppt/notesSlides/notesSlide4.xml" Id="R614d4f829e1041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375f2a1e6740bd" /><Relationship Type="http://schemas.openxmlformats.org/officeDocument/2006/relationships/notesSlide" Target="/ppt/notesSlides/notesSlide5.xml" Id="R216747f9fc0c4a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5c2c3adce44c5f" /><Relationship Type="http://schemas.openxmlformats.org/officeDocument/2006/relationships/notesSlide" Target="/ppt/notesSlides/notesSlide6.xml" Id="R1d34a66f11c742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585a0068142eb" /><Relationship Type="http://schemas.openxmlformats.org/officeDocument/2006/relationships/notesSlide" Target="/ppt/notesSlides/notesSlide7.xml" Id="R75c65e1e8b9f4c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034450500462c" /><Relationship Type="http://schemas.openxmlformats.org/officeDocument/2006/relationships/notesSlide" Target="/ppt/notesSlides/notesSlide8.xml" Id="R996b090c26e748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b99fe94944d84" /><Relationship Type="http://schemas.openxmlformats.org/officeDocument/2006/relationships/notesSlide" Target="/ppt/notesSlides/notesSlide9.xml" Id="Re8ba3481f23047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2ba651cbb44e3" /><Relationship Type="http://schemas.openxmlformats.org/officeDocument/2006/relationships/notesSlide" Target="/ppt/notesSlides/notesSlide10.xml" Id="R3aeb47c1fcd74e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426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64032-8A5F-4BC4-BA00-48764E01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E1EB9-BFE7-4313-BD6C-1C295218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E8D9C7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E8D9C7"/>
                </a:solidFill>
              </a:defRPr>
            </a:pPr>
            <a:r>
              <a:rPr sz="1500" b="1">
                <a:solidFill>
                  <a:srgbClr val="E8D9C7"/>
                </a:solidFill>
              </a:rPr>
              <a:t>八雲式四柱推命 動画講座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EAF80-2C18-4051-AB86-D0FF0F8C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「命」と「運」は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何が違うのか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28451-94B5-4DC2-AD5C-3A770026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B7834B"/>
                </a:solidFill>
              </a:defRPr>
            </a:pPr>
            <a:r>
              <a:rPr sz="2100" b="1">
                <a:solidFill>
                  <a:srgbClr val="B7834B"/>
                </a:solidFill>
              </a:rPr>
              <a:t>第2講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0B719-DB24-4E9A-A84D-256E479F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E8D9C7"/>
                </a:solidFill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E8D9C7"/>
                </a:solidFill>
              </a:defRPr>
            </a:pPr>
            <a:r>
              <a:rPr sz="2100" b="0">
                <a:solidFill>
                  <a:srgbClr val="E8D9C7"/>
                </a:solidFill>
              </a:rPr>
              <a:t>固定情報と時間情報を分ける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D277F-4068-4B35-BBC6-2BC44846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66800"/>
            <a:ext cx="2247900" cy="44767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6095C-6D5C-4428-B8F9-56784A45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16764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大運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歳運</a:t>
            </a:r>
          </a:p>
        </p:txBody>
      </p:sp>
    </p:spTree>
    <p:extLst>
      <p:ext uri="{BB962C8B-B14F-4D97-AF65-F5344CB8AC3E}">
        <p14:creationId xmlns:p14="http://schemas.microsoft.com/office/powerpoint/2010/main" val="525134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D2A21-826C-4A6E-B612-DCBABC51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C786F-BE87-4D9F-B435-31399D60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第2講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C597B-227B-4FD0-ABE4-B652183B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この講座で身につけること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E0F24-2338-4158-AE5E-2E53F695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E8B2B-1AE5-48D7-82A2-49CD2B1A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6B4328"/>
                </a:solidFill>
              </a:defRPr>
            </a:pPr>
            <a:r>
              <a:rPr sz="2550" b="1">
                <a:solidFill>
                  <a:srgbClr val="6B4328"/>
                </a:solidFill>
              </a:rPr>
              <a:t>出生時の命式と、時間によって巡る運を</a:t>
            </a:r>
          </a:p>
          <a:p xmlns:a="http://schemas.openxmlformats.org/drawingml/2006/main">
            <a:pPr algn="ctr">
              <a:defRPr sz="2550" b="1">
                <a:solidFill>
                  <a:srgbClr val="6B4328"/>
                </a:solidFill>
              </a:defRPr>
            </a:pPr>
            <a:r>
              <a:rPr sz="2550" b="1">
                <a:solidFill>
                  <a:srgbClr val="6B4328"/>
                </a:solidFill>
              </a:rPr>
              <a:t>別の情報として整理できる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12F28-8C32-40FE-91E2-B8509E7B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66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6B50D-1E2A-4437-B9C8-013F8744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147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原命式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5828C-A32F-419B-B1B1-DE5D4D01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85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4C2A2-BC95-4F3B-96A4-62B7513A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147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大運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F439F-E8A9-45E5-B3B1-8D3558D2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6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EB413-5E4D-431B-9411-291ABF6B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147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歳運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50F55-38FC-476E-A32C-38A712DC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34261F"/>
                </a:solidFill>
              </a:defRPr>
            </a:pPr>
            <a:r>
              <a:rPr sz="1725" b="0">
                <a:solidFill>
                  <a:srgbClr val="34261F"/>
                </a:solidFill>
              </a:rPr>
              <a:t>出生時に固定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A5CA2-934C-472B-B0BC-6F3D3526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34261F"/>
                </a:solidFill>
              </a:defRPr>
            </a:pPr>
            <a:r>
              <a:rPr sz="1725" b="0">
                <a:solidFill>
                  <a:srgbClr val="34261F"/>
                </a:solidFill>
              </a:rPr>
              <a:t>長い期間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C02F5-CE45-4AD8-AEC8-1E83C174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34261F"/>
                </a:solidFill>
              </a:defRPr>
            </a:pPr>
            <a:r>
              <a:rPr sz="1725" b="0">
                <a:solidFill>
                  <a:srgbClr val="34261F"/>
                </a:solidFill>
              </a:rPr>
              <a:t>一年単位</a:t>
            </a:r>
          </a:p>
        </p:txBody>
      </p:sp>
    </p:spTree>
    <p:extLst>
      <p:ext uri="{BB962C8B-B14F-4D97-AF65-F5344CB8AC3E}">
        <p14:creationId xmlns:p14="http://schemas.microsoft.com/office/powerpoint/2010/main" val="52736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C8D29-77B8-4CC2-B01B-D279D6C9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832B7-7D6C-4418-A185-D95749AD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第2講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865E4-5535-4BDD-A7B0-EC25F02D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命と運の役割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A9977-BB0F-4BF5-8620-559DAB6D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D28CF-233D-41AD-9541-4933C687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6C611-582A-411B-87B5-01DDF1ED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049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命式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5A951-7C39-4780-86F6-A2B25A90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4261F"/>
                </a:solidFill>
              </a:defRPr>
            </a:pPr>
            <a:r>
              <a:rPr sz="2025" b="1">
                <a:solidFill>
                  <a:srgbClr val="34261F"/>
                </a:solidFill>
              </a:rPr>
              <a:t>出生時に固定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88757-E979-4DD0-887B-8B0A20FD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4261F"/>
                </a:solidFill>
              </a:defRPr>
            </a:pPr>
            <a:r>
              <a:rPr sz="1800" b="0">
                <a:solidFill>
                  <a:srgbClr val="34261F"/>
                </a:solidFill>
              </a:rPr>
              <a:t>持っている要素と傾向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81263-6F02-4CA3-8781-69208927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85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3B44D-663C-4277-A259-70D0D908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194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大運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63FC4-0A41-4CBD-ABAF-12E40E3B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813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4261F"/>
                </a:solidFill>
              </a:defRPr>
            </a:pPr>
            <a:r>
              <a:rPr sz="2025" b="1">
                <a:solidFill>
                  <a:srgbClr val="34261F"/>
                </a:solidFill>
              </a:rPr>
              <a:t>長い期間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F9FE2-11A1-4669-8915-4B483872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813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4261F"/>
                </a:solidFill>
              </a:defRPr>
            </a:pPr>
            <a:r>
              <a:rPr sz="1800" b="0">
                <a:solidFill>
                  <a:srgbClr val="34261F"/>
                </a:solidFill>
              </a:rPr>
              <a:t>人生の大きな流れ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CEA85-411B-43C5-AE4A-256E4C78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6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B997B-EFFC-4AE0-87DF-F1A35A86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歳運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FE37D-B129-4105-8884-3C07090B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957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4261F"/>
                </a:solidFill>
              </a:defRPr>
            </a:pPr>
            <a:r>
              <a:rPr sz="2025" b="1">
                <a:solidFill>
                  <a:srgbClr val="34261F"/>
                </a:solidFill>
              </a:rPr>
              <a:t>一年単位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91414-EB9E-4D21-8A4C-95600A70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957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4261F"/>
                </a:solidFill>
              </a:defRPr>
            </a:pPr>
            <a:r>
              <a:rPr sz="1800" b="0">
                <a:solidFill>
                  <a:srgbClr val="34261F"/>
                </a:solidFill>
              </a:rPr>
              <a:t>その年の重なり</a:t>
            </a:r>
          </a:p>
        </p:txBody>
      </p:sp>
    </p:spTree>
    <p:extLst>
      <p:ext uri="{BB962C8B-B14F-4D97-AF65-F5344CB8AC3E}">
        <p14:creationId xmlns:p14="http://schemas.microsoft.com/office/powerpoint/2010/main" val="183720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B3671-62AA-4E11-ACB9-CD70EBCB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9AF9D-D706-405B-A65F-DA0CF233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第2講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D314F-78D1-484D-87AE-58EC0FB5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原命式は基準として残る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E9B54-0D71-4291-B0D7-E04A444E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170F9-252B-427A-B508-F79CEF40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07B22-6608-42CE-8E1E-E7A4CB1D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70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6B4328"/>
                </a:solidFill>
              </a:defRPr>
            </a:pPr>
            <a:r>
              <a:rPr sz="2700" b="1">
                <a:solidFill>
                  <a:srgbClr val="6B4328"/>
                </a:solidFill>
              </a:rPr>
              <a:t>原命式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4B872-E436-49AE-AB78-5AE21F8D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34261F"/>
                </a:solidFill>
              </a:defRPr>
            </a:pPr>
            <a:r>
              <a:rPr sz="2025" b="1">
                <a:solidFill>
                  <a:srgbClr val="34261F"/>
                </a:solidFill>
              </a:rPr>
              <a:t>出生時の四柱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6DA2A-AC16-4DFC-BB5B-666728DF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34261F"/>
                </a:solidFill>
              </a:defRPr>
            </a:pPr>
            <a:r>
              <a:rPr sz="2550" b="1">
                <a:solidFill>
                  <a:srgbClr val="34261F"/>
                </a:solidFill>
              </a:rPr>
              <a:t>大運や歳運が巡っても</a:t>
            </a:r>
          </a:p>
          <a:p xmlns:a="http://schemas.openxmlformats.org/drawingml/2006/main">
            <a:pPr algn="ctr">
              <a:defRPr sz="2550" b="1">
                <a:solidFill>
                  <a:srgbClr val="34261F"/>
                </a:solidFill>
              </a:defRPr>
            </a:pPr>
            <a:r>
              <a:rPr sz="2550" b="1">
                <a:solidFill>
                  <a:srgbClr val="34261F"/>
                </a:solidFill>
              </a:rPr>
              <a:t>原命式を書き換えない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0C85A-79B6-4757-93A5-345682C0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6B4328"/>
                </a:solidFill>
              </a:defRPr>
            </a:pPr>
            <a:r>
              <a:rPr sz="2100" b="1">
                <a:solidFill>
                  <a:srgbClr val="6B4328"/>
                </a:solidFill>
              </a:rPr>
              <a:t>時間情報は原命式へ重ねて確認する</a:t>
            </a:r>
          </a:p>
        </p:txBody>
      </p:sp>
    </p:spTree>
    <p:extLst>
      <p:ext uri="{BB962C8B-B14F-4D97-AF65-F5344CB8AC3E}">
        <p14:creationId xmlns:p14="http://schemas.microsoft.com/office/powerpoint/2010/main" val="920564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8C6CD-59E1-4652-95E2-0E36B4B4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7CA89-79C4-4FFA-8B49-3B92B715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第2講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C3B67-0F03-48EF-99C9-9D6C1F12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三つの情報を別欄に記録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F348F-E27F-4424-BF1E-BD38C8A8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A35AE-F92E-47CE-975A-B90E1484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CD0E9-8C65-4C6F-AAC2-40637ACD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6B4328"/>
                </a:solidFill>
              </a:defRPr>
            </a:pPr>
            <a:r>
              <a:rPr sz="2100" b="1">
                <a:solidFill>
                  <a:srgbClr val="6B4328"/>
                </a:solidFill>
              </a:rPr>
              <a:t>原命式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8CE8F-7E0A-4C21-99C3-742E78E6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4261F"/>
                </a:solidFill>
              </a:defRPr>
            </a:pPr>
            <a:r>
              <a:rPr sz="1800" b="1">
                <a:solidFill>
                  <a:srgbClr val="34261F"/>
                </a:solidFill>
              </a:rPr>
              <a:t>乙日主など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24EA42-30EA-44FC-8110-55E1496E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0250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EEF2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8A3A9-1571-47B5-8522-592FD6DD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336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85E72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85E72"/>
                </a:solidFill>
              </a:defRPr>
            </a:pPr>
            <a:r>
              <a:rPr sz="2100" b="1">
                <a:solidFill>
                  <a:srgbClr val="385E72"/>
                </a:solidFill>
              </a:rPr>
              <a:t>現在の大運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62BDC-CEC4-4801-AC03-80A45AB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908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4261F"/>
                </a:solidFill>
              </a:defRPr>
            </a:pPr>
            <a:r>
              <a:rPr sz="1800" b="1">
                <a:solidFill>
                  <a:srgbClr val="34261F"/>
                </a:solidFill>
              </a:rPr>
              <a:t>計算結果を使用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7F89A-9906-4864-8170-C39D870C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143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74E9B-84DF-4F52-8C98-66D30AC4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5664A"/>
                </a:solidFill>
              </a:defRPr>
            </a:pPr>
            <a:r>
              <a:rPr sz="2100" b="1">
                <a:solidFill>
                  <a:srgbClr val="35664A"/>
                </a:solidFill>
              </a:rPr>
              <a:t>対象年の歳運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7D1DF-C8A0-4CFB-B1E1-CD9C5091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34261F"/>
                </a:solidFill>
              </a:defRPr>
            </a:pPr>
            <a:r>
              <a:rPr sz="1800" b="1">
                <a:solidFill>
                  <a:srgbClr val="34261F"/>
                </a:solidFill>
              </a:rPr>
              <a:t>対象年を明記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90100-511F-46F3-BAFE-3464FE0D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34261F"/>
                </a:solidFill>
              </a:defRPr>
            </a:pPr>
            <a:r>
              <a:rPr sz="2025" b="1">
                <a:solidFill>
                  <a:srgbClr val="34261F"/>
                </a:solidFill>
              </a:rPr>
              <a:t>開始時期や対象年は計算結果を正確に使う</a:t>
            </a:r>
          </a:p>
        </p:txBody>
      </p:sp>
    </p:spTree>
    <p:extLst>
      <p:ext uri="{BB962C8B-B14F-4D97-AF65-F5344CB8AC3E}">
        <p14:creationId xmlns:p14="http://schemas.microsoft.com/office/powerpoint/2010/main" val="15454135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0B175-A8DA-45AD-B107-E508E2E0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3D4ED-04B4-4296-92AC-F5FFF8FD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第2講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D3083-EC91-47FC-8B0E-0842F5EE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模式例　日主乙と歳干丙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6D35B-9D7D-4069-8C1B-91097EDB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A0F4F-3B8F-4660-AB1F-F07E0508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621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6B4328"/>
                </a:solidFill>
              </a:defRPr>
            </a:pPr>
            <a:r>
              <a:rPr sz="1875" b="1">
                <a:solidFill>
                  <a:srgbClr val="6B4328"/>
                </a:solidFill>
              </a:rPr>
              <a:t>原命式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7D546-9B3A-4776-A70F-3BB98428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5664A"/>
                </a:solidFill>
              </a:defRPr>
            </a:pPr>
            <a:r>
              <a:rPr sz="1875" b="1">
                <a:solidFill>
                  <a:srgbClr val="35664A"/>
                </a:solidFill>
              </a:rPr>
              <a:t>歳運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761B5-246F-4C69-A0CC-0A703F54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6F523-7927-4A5B-B92E-405CB11A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41820-11DC-45D5-ABE1-D452D308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6B4328"/>
                </a:solidFill>
              </a:defRPr>
            </a:pPr>
            <a:r>
              <a:rPr sz="3150" b="1">
                <a:solidFill>
                  <a:srgbClr val="6B4328"/>
                </a:solidFill>
              </a:rPr>
              <a:t>日主</a:t>
            </a:r>
          </a:p>
          <a:p xmlns:a="http://schemas.openxmlformats.org/drawingml/2006/main">
            <a:pPr algn="ctr">
              <a:defRPr sz="3150" b="1">
                <a:solidFill>
                  <a:srgbClr val="6B4328"/>
                </a:solidFill>
              </a:defRPr>
            </a:pPr>
            <a:r>
              <a:rPr sz="3150" b="1">
                <a:solidFill>
                  <a:srgbClr val="6B4328"/>
                </a:solidFill>
              </a:rPr>
              <a:t>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37EE6-4A2D-402D-9164-E748C551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717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15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35664A"/>
                </a:solidFill>
              </a:defRPr>
            </a:pPr>
            <a:r>
              <a:rPr sz="3150" b="1">
                <a:solidFill>
                  <a:srgbClr val="35664A"/>
                </a:solidFill>
              </a:rPr>
              <a:t>歳干</a:t>
            </a:r>
          </a:p>
          <a:p xmlns:a="http://schemas.openxmlformats.org/drawingml/2006/main">
            <a:pPr algn="ctr">
              <a:defRPr sz="3150" b="1">
                <a:solidFill>
                  <a:srgbClr val="35664A"/>
                </a:solidFill>
              </a:defRPr>
            </a:pPr>
            <a:r>
              <a:rPr sz="3150" b="1">
                <a:solidFill>
                  <a:srgbClr val="35664A"/>
                </a:solidFill>
              </a:rPr>
              <a:t>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52253-F4B6-44B8-8021-05985E6A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146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関係を確認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13619-39F6-4FCB-BA07-E381CEFE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9B4339"/>
                </a:solidFill>
              </a:defRPr>
            </a:pPr>
            <a:r>
              <a:rPr sz="2250" b="1">
                <a:solidFill>
                  <a:srgbClr val="9B4339"/>
                </a:solidFill>
              </a:rPr>
              <a:t>成功などの出来事は保証しない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36472-A2FC-434C-B7A2-F0B383A5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67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9B4339"/>
                </a:solidFill>
              </a:defRPr>
            </a:pPr>
            <a:r>
              <a:rPr sz="1125" b="1">
                <a:solidFill>
                  <a:srgbClr val="9B4339"/>
                </a:solidFill>
              </a:rPr>
              <a:t>教材用の模式例</a:t>
            </a:r>
          </a:p>
        </p:txBody>
      </p:sp>
    </p:spTree>
    <p:extLst>
      <p:ext uri="{BB962C8B-B14F-4D97-AF65-F5344CB8AC3E}">
        <p14:creationId xmlns:p14="http://schemas.microsoft.com/office/powerpoint/2010/main" val="250567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8B942-A30A-4DBA-BBC7-76B925E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96C7A-139E-4ABF-A08F-9AA2E2C9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第2講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E016C-D862-4198-ACE7-7EEB3F3F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鑑定で確認する順序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D6521-1FEC-48CF-9650-1167B3AF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F23F7-5F13-44EA-8B78-0BE34E68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C5F21-79E1-4C92-8CFE-F78D1640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B7834B"/>
                </a:solidFill>
              </a:defRPr>
            </a:pPr>
            <a:r>
              <a:rPr sz="2850" b="1">
                <a:solidFill>
                  <a:srgbClr val="B783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2B032-5123-4254-A121-DE44CAD9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4261F"/>
                </a:solidFill>
              </a:defRPr>
            </a:pPr>
            <a:r>
              <a:rPr sz="1875" b="1">
                <a:solidFill>
                  <a:srgbClr val="34261F"/>
                </a:solidFill>
              </a:rPr>
              <a:t>原命式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58721-9FC6-4FDC-9BB1-8D194BE3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D37E7-65DD-4F3C-9054-A32342A2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B7834B"/>
                </a:solidFill>
              </a:defRPr>
            </a:pPr>
            <a:r>
              <a:rPr sz="2850" b="1">
                <a:solidFill>
                  <a:srgbClr val="B7834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90954-DFCA-4EE8-895E-76DBE3F0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4261F"/>
                </a:solidFill>
              </a:defRPr>
            </a:pPr>
            <a:r>
              <a:rPr sz="1875" b="1">
                <a:solidFill>
                  <a:srgbClr val="34261F"/>
                </a:solidFill>
              </a:rPr>
              <a:t>大運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5A75E-034D-4992-A726-1222AC08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28BE6-39A2-4572-8AF4-C0B3BB16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B7834B"/>
                </a:solidFill>
              </a:defRPr>
            </a:pPr>
            <a:r>
              <a:rPr sz="2850" b="1">
                <a:solidFill>
                  <a:srgbClr val="B7834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0C3EB-3471-43DD-82A4-0859DE54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4261F"/>
                </a:solidFill>
              </a:defRPr>
            </a:pPr>
            <a:r>
              <a:rPr sz="1875" b="1">
                <a:solidFill>
                  <a:srgbClr val="34261F"/>
                </a:solidFill>
              </a:rPr>
              <a:t>歳運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0BB82-AD3F-4967-A459-1203FA11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BED1B-A561-4CFE-A35C-2A97D751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B7834B"/>
                </a:solidFill>
              </a:defRPr>
            </a:pPr>
            <a:r>
              <a:rPr sz="2850" b="1">
                <a:solidFill>
                  <a:srgbClr val="B7834B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068A9-454A-489E-ADBF-BC5598F3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4261F"/>
                </a:solidFill>
              </a:defRPr>
            </a:pPr>
            <a:r>
              <a:rPr sz="1875" b="1">
                <a:solidFill>
                  <a:srgbClr val="34261F"/>
                </a:solidFill>
              </a:rPr>
              <a:t>現実の状況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EE207-8DC8-4551-AE60-18F480ED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6B4328"/>
                </a:solidFill>
              </a:defRPr>
            </a:pPr>
            <a:r>
              <a:rPr sz="2175" b="1">
                <a:solidFill>
                  <a:srgbClr val="6B4328"/>
                </a:solidFill>
              </a:rPr>
              <a:t>占術上の傾向と現実の選択を分ける</a:t>
            </a:r>
          </a:p>
        </p:txBody>
      </p:sp>
    </p:spTree>
    <p:extLst>
      <p:ext uri="{BB962C8B-B14F-4D97-AF65-F5344CB8AC3E}">
        <p14:creationId xmlns:p14="http://schemas.microsoft.com/office/powerpoint/2010/main" val="1713254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D23248-84E8-40AE-956B-ECB68E28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60D23-C04D-40AC-A8EA-33EB33DE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第2講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2D4F3-7ED6-42D2-BBEA-E0AA4549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時間軸を混ぜない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7B94A-79B4-477D-9998-841B4903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27EF2-D803-4135-896B-1A251359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385E72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85E72"/>
                </a:solidFill>
              </a:defRPr>
            </a:pPr>
            <a:r>
              <a:rPr sz="1950" b="1">
                <a:solidFill>
                  <a:srgbClr val="385E72"/>
                </a:solidFill>
              </a:rPr>
              <a:t>長期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1732D-6088-42E1-8655-AA9AB239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80962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85E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FF6D0-7C46-484E-A9D6-26382C59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4A565-9DCD-46BD-B339-90A6850F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4261F"/>
                </a:solidFill>
              </a:defRPr>
            </a:pPr>
            <a:r>
              <a:rPr sz="1875" b="1">
                <a:solidFill>
                  <a:srgbClr val="34261F"/>
                </a:solidFill>
              </a:rPr>
              <a:t>大運A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2BD30-2642-4F3A-9AC2-CB44DC2E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24125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BE28A-FED1-41A1-97B3-A5EB4073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4261F"/>
                </a:solidFill>
              </a:defRPr>
            </a:pPr>
            <a:r>
              <a:rPr sz="1875" b="1">
                <a:solidFill>
                  <a:srgbClr val="34261F"/>
                </a:solidFill>
              </a:rPr>
              <a:t>大運B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D35B3-0059-4F51-8829-6163085B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24125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EADF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66D42-2D0D-474F-BA8D-230EF96C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4261F"/>
                </a:solidFill>
              </a:defRPr>
            </a:pPr>
            <a:r>
              <a:rPr sz="1875" b="1">
                <a:solidFill>
                  <a:srgbClr val="34261F"/>
                </a:solidFill>
              </a:rPr>
              <a:t>大運C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8CAEA-03E2-4A39-AD14-33DC696B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5664A"/>
                </a:solidFill>
              </a:defRPr>
            </a:pPr>
            <a:r>
              <a:rPr sz="1950" b="1">
                <a:solidFill>
                  <a:srgbClr val="35664A"/>
                </a:solidFill>
              </a:rPr>
              <a:t>一年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F8E07-EB0C-46C9-AEAD-810530CD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48125"/>
            <a:ext cx="133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18F1A-D144-4E5D-A728-655F16FA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35664A"/>
                </a:solidFill>
              </a:defRPr>
            </a:pPr>
            <a:r>
              <a:rPr sz="1575" b="1">
                <a:solidFill>
                  <a:srgbClr val="35664A"/>
                </a:solidFill>
              </a:rPr>
              <a:t>歳運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223A7-2ABE-4FF3-8B58-F0902AF2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133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CDFE3-8CE9-46FA-AD12-D3CC6CB6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35664A"/>
                </a:solidFill>
              </a:defRPr>
            </a:pPr>
            <a:r>
              <a:rPr sz="1575" b="1">
                <a:solidFill>
                  <a:srgbClr val="35664A"/>
                </a:solidFill>
              </a:rPr>
              <a:t>歳運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ADFAB-8D1E-4CB7-BDAD-A33C8D27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48125"/>
            <a:ext cx="133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F6E63-4BF6-4ACF-B53D-656A2932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719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35664A"/>
                </a:solidFill>
              </a:defRPr>
            </a:pPr>
            <a:r>
              <a:rPr sz="1575" b="1">
                <a:solidFill>
                  <a:srgbClr val="35664A"/>
                </a:solidFill>
              </a:rPr>
              <a:t>歳運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63AF6-53B1-4951-B82A-E0C01B72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133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E48F7-1955-45FF-8B04-FB78EB01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35664A"/>
                </a:solidFill>
              </a:defRPr>
            </a:pPr>
            <a:r>
              <a:rPr sz="1575" b="1">
                <a:solidFill>
                  <a:srgbClr val="35664A"/>
                </a:solidFill>
              </a:rPr>
              <a:t>歳運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C9B53-502E-407D-8586-DC06A1E3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48125"/>
            <a:ext cx="1333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9525">
            <a:solidFill>
              <a:srgbClr val="E8D9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BED46-A996-4B62-94A6-1B22F916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35664A"/>
                </a:solidFill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35664A"/>
                </a:solidFill>
              </a:defRPr>
            </a:pPr>
            <a:r>
              <a:rPr sz="1575" b="1">
                <a:solidFill>
                  <a:srgbClr val="35664A"/>
                </a:solidFill>
              </a:rPr>
              <a:t>歳運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EBDA6-B3CD-4CFB-A3EF-1BA567BD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9B4339"/>
                </a:solidFill>
              </a:defRPr>
            </a:pPr>
            <a:r>
              <a:rPr sz="2100" b="1">
                <a:solidFill>
                  <a:srgbClr val="9B4339"/>
                </a:solidFill>
              </a:rPr>
              <a:t>単年だけで人生全体を決めない</a:t>
            </a:r>
          </a:p>
        </p:txBody>
      </p:sp>
    </p:spTree>
    <p:extLst>
      <p:ext uri="{BB962C8B-B14F-4D97-AF65-F5344CB8AC3E}">
        <p14:creationId xmlns:p14="http://schemas.microsoft.com/office/powerpoint/2010/main" val="17283535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FF95D-44F9-44C2-AF97-44B2F728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CE3D4-9528-415D-9DFF-5E91A8AB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第2講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50C83-B22E-4419-8660-DC5F074C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避ける表現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6F9A7-1256-48B2-BCDC-29B3DBF7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9EB53-EBC6-4973-97A5-BE7AE68B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9B4339"/>
                </a:solidFill>
              </a:defRPr>
            </a:pPr>
            <a:r>
              <a:rPr sz="3000" b="1">
                <a:solidFill>
                  <a:srgbClr val="9B4339"/>
                </a:solidFill>
              </a:rPr>
              <a:t>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4BEFE-37B2-4477-A1F3-5C57D6AA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76212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261F"/>
                </a:solidFill>
              </a:defRPr>
            </a:pPr>
            <a:r>
              <a:rPr sz="2175" b="1">
                <a:solidFill>
                  <a:srgbClr val="34261F"/>
                </a:solidFill>
              </a:rPr>
              <a:t>歳運だけで人生全体を決める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C8B8A-2110-4BA1-BB28-237C1617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9B4339"/>
                </a:solidFill>
              </a:defRPr>
            </a:pPr>
            <a:r>
              <a:rPr sz="3000" b="1">
                <a:solidFill>
                  <a:srgbClr val="9B4339"/>
                </a:solidFill>
              </a:rPr>
              <a:t>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32664-029C-476E-85B1-E37C7C11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52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261F"/>
                </a:solidFill>
              </a:defRPr>
            </a:pPr>
            <a:r>
              <a:rPr sz="2175" b="1">
                <a:solidFill>
                  <a:srgbClr val="34261F"/>
                </a:solidFill>
              </a:rPr>
              <a:t>開始年齢を推測で計算し直す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C07E9-E31A-4A59-9FB9-7C99E4E6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9B4339"/>
                </a:solidFill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9B4339"/>
                </a:solidFill>
              </a:defRPr>
            </a:pPr>
            <a:r>
              <a:rPr sz="3000" b="1">
                <a:solidFill>
                  <a:srgbClr val="9B4339"/>
                </a:solidFill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FD845-0567-4FC2-9479-9B4EE667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433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4261F"/>
                </a:solidFill>
              </a:defRPr>
            </a:pPr>
            <a:r>
              <a:rPr sz="2175" b="1">
                <a:solidFill>
                  <a:srgbClr val="34261F"/>
                </a:solidFill>
              </a:rPr>
              <a:t>良い運を成功の保証と表現する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55F1A-86DA-4E20-82C0-5F33E73C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6B4328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6B4328"/>
                </a:solidFill>
              </a:defRPr>
            </a:pPr>
            <a:r>
              <a:rPr sz="2100" b="1">
                <a:solidFill>
                  <a:srgbClr val="6B4328"/>
                </a:solidFill>
              </a:rPr>
              <a:t>計算結果と複数の根拠を確認する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374127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BD6D7-10A6-47BA-A5BE-2E065464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3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628EE-A72E-4B60-8DC9-BA7C4AB7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7834B"/>
                </a:solidFill>
              </a:defRPr>
            </a:pPr>
            <a:r>
              <a:rPr sz="1275" b="1">
                <a:solidFill>
                  <a:srgbClr val="B7834B"/>
                </a:solidFill>
              </a:rPr>
              <a:t>第2講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56627-4985-4B0F-ACD1-E778B33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34261F"/>
                </a:solidFill>
              </a:defRPr>
            </a:pPr>
            <a:r>
              <a:rPr sz="2850" b="1">
                <a:solidFill>
                  <a:srgbClr val="34261F"/>
                </a:solidFill>
              </a:rPr>
              <a:t>第2講のまとめ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BC1FA-C30D-42A1-BEF0-629FCC07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125" b="1">
                <a:solidFill>
                  <a:srgbClr val="B7834B"/>
                </a:solidFill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B7834B"/>
                </a:solidFill>
              </a:defRPr>
            </a:pPr>
            <a:r>
              <a:rPr sz="1125" b="1">
                <a:solidFill>
                  <a:srgbClr val="B7834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CEA6B-5C0F-4F11-886A-8220BFCF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145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命式は出生時の土台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CD957-B6AC-4BF3-8B29-52F3BBD2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B1556-FAD6-4A64-BC44-94461D61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432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大運は長い期間の流れ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656FF-EFB2-48E9-A15E-1D066CB0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D5968-754D-47F8-BE8A-26EB071B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34261F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261F"/>
                </a:solidFill>
              </a:defRPr>
            </a:pPr>
            <a:r>
              <a:rPr sz="2250" b="1">
                <a:solidFill>
                  <a:srgbClr val="34261F"/>
                </a:solidFill>
              </a:rPr>
              <a:t>歳運は一年単位の重なり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E0542-C3B9-4478-9A47-1871EA5A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48250"/>
            <a:ext cx="6191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B4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08BB4-EE55-4B65-AC63-EEAE6A2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435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次へ　理解度チェック</a:t>
            </a:r>
          </a:p>
        </p:txBody>
      </p:sp>
    </p:spTree>
    <p:extLst>
      <p:ext uri="{BB962C8B-B14F-4D97-AF65-F5344CB8AC3E}">
        <p14:creationId xmlns:p14="http://schemas.microsoft.com/office/powerpoint/2010/main" val="429118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2026-10-15T03:47:35.5320000Z</dcterms:created>
  <dcterms:modified xsi:type="dcterms:W3CDTF">2026-10-15T03:47:35.5320000Z</dcterms:modified>
</coreProperties>
</file>