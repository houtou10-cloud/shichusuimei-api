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3d832c70e4496" /><Relationship Type="http://schemas.openxmlformats.org/officeDocument/2006/relationships/extended-properties" Target="/docProps/app.xml" Id="Rb7ed426ef9924cf8" /><Relationship Type="http://schemas.openxmlformats.org/officeDocument/2006/relationships/officeDocument" Target="/ppt/presentation.xml" Id="R997b68e00c4a44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64dc5417b34137"/>
  </p:sldMasterIdLst>
  <p:notesMasterIdLst>
    <p:notesMasterId xmlns:r="http://schemas.openxmlformats.org/officeDocument/2006/relationships" r:id="Rc359cd1b91d64aa2"/>
  </p:notesMasterIdLst>
  <p:sldIdLst>
    <p:sldId xmlns:r="http://schemas.openxmlformats.org/officeDocument/2006/relationships" id="256" r:id="R96b79b10e9104443"/>
    <p:sldId xmlns:r="http://schemas.openxmlformats.org/officeDocument/2006/relationships" id="257" r:id="R781ac0c6e78c4666"/>
    <p:sldId xmlns:r="http://schemas.openxmlformats.org/officeDocument/2006/relationships" id="258" r:id="Ra30999308e1e49ab"/>
    <p:sldId xmlns:r="http://schemas.openxmlformats.org/officeDocument/2006/relationships" id="259" r:id="Rc6f07979bcf845e4"/>
    <p:sldId xmlns:r="http://schemas.openxmlformats.org/officeDocument/2006/relationships" id="260" r:id="R50a6b86a91fc4e3b"/>
    <p:sldId xmlns:r="http://schemas.openxmlformats.org/officeDocument/2006/relationships" id="261" r:id="Reb9377dc1d42420d"/>
    <p:sldId xmlns:r="http://schemas.openxmlformats.org/officeDocument/2006/relationships" id="262" r:id="Re9118db8b0734197"/>
    <p:sldId xmlns:r="http://schemas.openxmlformats.org/officeDocument/2006/relationships" id="263" r:id="R88346fac1a8a4dd7"/>
    <p:sldId xmlns:r="http://schemas.openxmlformats.org/officeDocument/2006/relationships" id="264" r:id="R4483174855854dac"/>
    <p:sldId xmlns:r="http://schemas.openxmlformats.org/officeDocument/2006/relationships" id="265" r:id="Rdac57d01e24144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e84f1bc2e44aa" /><Relationship Type="http://schemas.openxmlformats.org/officeDocument/2006/relationships/slideMaster" Target="/ppt/slideMasters/slideMaster1.xml" Id="R0264dc5417b34137" /><Relationship Type="http://schemas.openxmlformats.org/officeDocument/2006/relationships/notesMaster" Target="/ppt/notesMasters/notesMaster1.xml" Id="Rc359cd1b91d64aa2" /><Relationship Type="http://schemas.openxmlformats.org/officeDocument/2006/relationships/presProps" Target="/ppt/presProps.xml" Id="R4129a5b02dfb412d" /><Relationship Type="http://schemas.openxmlformats.org/officeDocument/2006/relationships/tableStyles" Target="/ppt/tableStyles.xml" Id="R8ab964402bbc44bb" /><Relationship Type="http://schemas.openxmlformats.org/officeDocument/2006/relationships/slide" Target="/ppt/slides/slide1.xml" Id="R96b79b10e9104443" /><Relationship Type="http://schemas.openxmlformats.org/officeDocument/2006/relationships/slide" Target="/ppt/slides/slide2.xml" Id="R781ac0c6e78c4666" /><Relationship Type="http://schemas.openxmlformats.org/officeDocument/2006/relationships/slide" Target="/ppt/slides/slide3.xml" Id="Ra30999308e1e49ab" /><Relationship Type="http://schemas.openxmlformats.org/officeDocument/2006/relationships/slide" Target="/ppt/slides/slide4.xml" Id="Rc6f07979bcf845e4" /><Relationship Type="http://schemas.openxmlformats.org/officeDocument/2006/relationships/slide" Target="/ppt/slides/slide5.xml" Id="R50a6b86a91fc4e3b" /><Relationship Type="http://schemas.openxmlformats.org/officeDocument/2006/relationships/slide" Target="/ppt/slides/slide6.xml" Id="Reb9377dc1d42420d" /><Relationship Type="http://schemas.openxmlformats.org/officeDocument/2006/relationships/slide" Target="/ppt/slides/slide7.xml" Id="Re9118db8b0734197" /><Relationship Type="http://schemas.openxmlformats.org/officeDocument/2006/relationships/slide" Target="/ppt/slides/slide8.xml" Id="R88346fac1a8a4dd7" /><Relationship Type="http://schemas.openxmlformats.org/officeDocument/2006/relationships/slide" Target="/ppt/slides/slide9.xml" Id="R4483174855854dac" /><Relationship Type="http://schemas.openxmlformats.org/officeDocument/2006/relationships/slide" Target="/ppt/slides/slide10.xml" Id="Rdac57d01e24144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71df7ed8345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838f1b2044eb6" /><Relationship Type="http://schemas.openxmlformats.org/officeDocument/2006/relationships/notesMaster" Target="/ppt/notesMasters/notesMaster1.xml" Id="R8e6982f1f2c0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ba9dd4f1964114" /><Relationship Type="http://schemas.openxmlformats.org/officeDocument/2006/relationships/notesMaster" Target="/ppt/notesMasters/notesMaster1.xml" Id="R16edeceba3dc49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38e4db88f54977" /><Relationship Type="http://schemas.openxmlformats.org/officeDocument/2006/relationships/notesMaster" Target="/ppt/notesMasters/notesMaster1.xml" Id="R5b0f299c96f0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fa51c9f034e45" /><Relationship Type="http://schemas.openxmlformats.org/officeDocument/2006/relationships/notesMaster" Target="/ppt/notesMasters/notesMaster1.xml" Id="R6e6a7a15854e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9ca35f7f0f4341" /><Relationship Type="http://schemas.openxmlformats.org/officeDocument/2006/relationships/notesMaster" Target="/ppt/notesMasters/notesMaster1.xml" Id="Rf027c5d81782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45e2ec9da40ca" /><Relationship Type="http://schemas.openxmlformats.org/officeDocument/2006/relationships/notesMaster" Target="/ppt/notesMasters/notesMaster1.xml" Id="R34f66a556077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1b53d4e0564dcd" /><Relationship Type="http://schemas.openxmlformats.org/officeDocument/2006/relationships/notesMaster" Target="/ppt/notesMasters/notesMaster1.xml" Id="R9b04791527f8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65d437270f4fa7" /><Relationship Type="http://schemas.openxmlformats.org/officeDocument/2006/relationships/notesMaster" Target="/ppt/notesMasters/notesMaster1.xml" Id="R4a952dc644af4e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9b437a6fdf42fd" /><Relationship Type="http://schemas.openxmlformats.org/officeDocument/2006/relationships/notesMaster" Target="/ppt/notesMasters/notesMaster1.xml" Id="R207db70e57444b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d8f402dae408d" /><Relationship Type="http://schemas.openxmlformats.org/officeDocument/2006/relationships/notesMaster" Target="/ppt/notesMasters/notesMaster1.xml" Id="Rd39f42f7a5934e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56132c05940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bf4cec01943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7e1c8f75344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84cd383aa49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37223b0b24a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72c7e585043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D3F971-9346-4012-811C-7735CC185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CCC1D6-EEF9-4E08-B650-EE49286F6D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E5A8B3-7054-474F-8BC6-0C64BE91E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AA4EE4-159F-4F51-964C-EC3D33224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C87116-348E-4755-B90C-5251589AD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CCFBA4-D3F8-42BB-92E4-4CEFD577F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D84085-0AA4-4A73-80B4-7E5BD27F6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669C1E-268C-435A-80F5-58E3D84996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D72011-17F2-40C7-A731-4E42E838F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2E9249-22D7-44F6-8931-80BACBC5ED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e55ae234a4a18" /><Relationship Type="http://schemas.openxmlformats.org/officeDocument/2006/relationships/slideLayout" Target="/ppt/slideLayouts/slideLayout1.xml" Id="Rb35d4ea4ad094a0e" /><Relationship Type="http://schemas.openxmlformats.org/officeDocument/2006/relationships/slideLayout" Target="/ppt/slideLayouts/slideLayout2.xml" Id="Ra9586bc10ab74486" /><Relationship Type="http://schemas.openxmlformats.org/officeDocument/2006/relationships/slideLayout" Target="/ppt/slideLayouts/slideLayout3.xml" Id="R1749bc328b7f4c47" /><Relationship Type="http://schemas.openxmlformats.org/officeDocument/2006/relationships/slideLayout" Target="/ppt/slideLayouts/slideLayout4.xml" Id="R9f04e9e896df4ed1" /><Relationship Type="http://schemas.openxmlformats.org/officeDocument/2006/relationships/slideLayout" Target="/ppt/slideLayouts/slideLayout5.xml" Id="R085c9b14a1394a9f" /><Relationship Type="http://schemas.openxmlformats.org/officeDocument/2006/relationships/slideLayout" Target="/ppt/slideLayouts/slideLayout6.xml" Id="Rd04d89ccedff4f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d4ea4ad094a0e"/>
    <p:sldLayoutId xmlns:r="http://schemas.openxmlformats.org/officeDocument/2006/relationships" id="2147483650" r:id="Ra9586bc10ab74486"/>
    <p:sldLayoutId xmlns:r="http://schemas.openxmlformats.org/officeDocument/2006/relationships" id="2147483651" r:id="R1749bc328b7f4c47"/>
    <p:sldLayoutId xmlns:r="http://schemas.openxmlformats.org/officeDocument/2006/relationships" id="2147483652" r:id="R9f04e9e896df4ed1"/>
    <p:sldLayoutId xmlns:r="http://schemas.openxmlformats.org/officeDocument/2006/relationships" id="2147483653" r:id="R085c9b14a1394a9f"/>
    <p:sldLayoutId xmlns:r="http://schemas.openxmlformats.org/officeDocument/2006/relationships" id="2147483654" r:id="Rd04d89ccedff4f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409ca27514ece" /><Relationship Type="http://schemas.openxmlformats.org/officeDocument/2006/relationships/notesSlide" Target="/ppt/notesSlides/notesSlide1.xml" Id="R68a6601aed3040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0777b7d214307" /><Relationship Type="http://schemas.openxmlformats.org/officeDocument/2006/relationships/notesSlide" Target="/ppt/notesSlides/notesSlide2.xml" Id="Rdd15302f1f144f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5109415a24306" /><Relationship Type="http://schemas.openxmlformats.org/officeDocument/2006/relationships/notesSlide" Target="/ppt/notesSlides/notesSlide3.xml" Id="Rb6f0c180987640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13232ac4a4d8a" /><Relationship Type="http://schemas.openxmlformats.org/officeDocument/2006/relationships/notesSlide" Target="/ppt/notesSlides/notesSlide4.xml" Id="R3d1cf15e378f48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3f33dc939472c" /><Relationship Type="http://schemas.openxmlformats.org/officeDocument/2006/relationships/notesSlide" Target="/ppt/notesSlides/notesSlide5.xml" Id="R5755c85f380f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02c12577f4e5b" /><Relationship Type="http://schemas.openxmlformats.org/officeDocument/2006/relationships/notesSlide" Target="/ppt/notesSlides/notesSlide6.xml" Id="R71a73a095fc347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6d8c95eb7409c" /><Relationship Type="http://schemas.openxmlformats.org/officeDocument/2006/relationships/notesSlide" Target="/ppt/notesSlides/notesSlide7.xml" Id="Rb02f9c51a49e4a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7b775c8254279" /><Relationship Type="http://schemas.openxmlformats.org/officeDocument/2006/relationships/notesSlide" Target="/ppt/notesSlides/notesSlide8.xml" Id="R672a0e36846149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4df8ae9d34ff3" /><Relationship Type="http://schemas.openxmlformats.org/officeDocument/2006/relationships/notesSlide" Target="/ppt/notesSlides/notesSlide9.xml" Id="R7c06c1361b754b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42a52b04d4a63" /><Relationship Type="http://schemas.openxmlformats.org/officeDocument/2006/relationships/notesSlide" Target="/ppt/notesSlides/notesSlide10.xml" Id="R429640be546242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4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370F1-3DA0-4175-AEA5-9F1E958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0BD8-2122-40D9-B485-EEB1E5D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8D9C7"/>
                </a:solidFill>
              </a:defRPr>
            </a:pPr>
            <a:r>
              <a:rPr sz="1500" b="1">
                <a:solidFill>
                  <a:srgbClr val="E8D9C7"/>
                </a:solidFill>
              </a:rPr>
              <a:t>八雲式四柱推命 動画講座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BE7F2-8788-404F-A695-C6079184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日主とは何か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5BDC6-2FEA-4DFE-B881-C41CA74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7834B"/>
                </a:solidFill>
              </a:defRPr>
            </a:pPr>
            <a:r>
              <a:rPr sz="2100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DC9D8-E802-4AA4-92EC-F60245C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D9C7"/>
                </a:solidFill>
              </a:defRPr>
            </a:pPr>
            <a:r>
              <a:rPr sz="2100" b="0">
                <a:solidFill>
                  <a:srgbClr val="E8D9C7"/>
                </a:solidFill>
              </a:rPr>
              <a:t>命式全体を比較する基準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9997C-8E40-4D2D-8D01-CC909917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66800"/>
            <a:ext cx="2247900" cy="44767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8E233-5045-4ED0-8CE5-D06F194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6764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日柱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天干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日主</a:t>
            </a:r>
          </a:p>
        </p:txBody>
      </p:sp>
    </p:spTree>
    <p:extLst>
      <p:ext uri="{BB962C8B-B14F-4D97-AF65-F5344CB8AC3E}">
        <p14:creationId xmlns:p14="http://schemas.microsoft.com/office/powerpoint/2010/main" val="638260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54EAD-8D88-494F-88E7-315B4BE6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92E0E-3F33-48F9-A0E0-8C2DD7E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A297F-9A50-48A9-B97B-09FC4316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この講座で身につけること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08AF4-9D32-4698-8B4D-E82CAFDA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C3659-72FD-4662-B15E-1ECAE86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日柱の天干を日主として特定し、</a:t>
            </a:r>
          </a:p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日支や日柱全体と区別できる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1248E-31AE-4F70-8DF5-A58E3A75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BD0F3-B880-4369-ACD2-1D7A6021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日柱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2019D-6273-4BFD-8E84-433E24F8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26C44-6FA9-4125-AEF1-62915965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天干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A21D4-2500-497F-98A5-970E4A3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6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A8732-0CC2-4CA0-A175-D33C3D5B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日主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152A1-078B-40EE-B749-CFF21AE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二文字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D0631-83FA-4A99-A915-CA9A468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上の文字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04519-1DCF-444B-8411-99FD377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比較の基準</a:t>
            </a:r>
          </a:p>
        </p:txBody>
      </p:sp>
    </p:spTree>
    <p:extLst>
      <p:ext uri="{BB962C8B-B14F-4D97-AF65-F5344CB8AC3E}">
        <p14:creationId xmlns:p14="http://schemas.microsoft.com/office/powerpoint/2010/main" val="627963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611EF-5004-4429-90D5-DCC7E10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DB491-285D-4A45-98AB-E11CFD3D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3A391-7D52-489E-A0C0-6D75BE8B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日柱を二つに分ける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F5B2D-4485-44F0-B53A-9ADD106C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0A73C-577B-468B-936C-A15F30AC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524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848B4-0761-4E37-AC73-47966465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6B4328"/>
                </a:solidFill>
              </a:defRPr>
            </a:pPr>
            <a:r>
              <a:rPr sz="4350" b="1">
                <a:solidFill>
                  <a:srgbClr val="6B4328"/>
                </a:solidFill>
              </a:rPr>
              <a:t>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A9C1C-3AA5-4BAD-8E25-2AFC92F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34261F"/>
                </a:solidFill>
              </a:defRPr>
            </a:pPr>
            <a:r>
              <a:rPr sz="4350" b="1">
                <a:solidFill>
                  <a:srgbClr val="34261F"/>
                </a:solidFill>
              </a:rPr>
              <a:t>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0C04F-E80C-4175-9BFE-81E35B52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5664A"/>
                </a:solidFill>
              </a:defRPr>
            </a:pPr>
            <a:r>
              <a:rPr sz="1875" b="1">
                <a:solidFill>
                  <a:srgbClr val="35664A"/>
                </a:solidFill>
              </a:rPr>
              <a:t>日主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C87AE-A479-4CCC-9A07-CDCB6989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日支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A79DB-8D7C-4A67-83EA-B25E5417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9B4339"/>
                </a:solidFill>
              </a:defRPr>
            </a:pPr>
            <a:r>
              <a:rPr sz="2175" b="1">
                <a:solidFill>
                  <a:srgbClr val="9B4339"/>
                </a:solidFill>
              </a:rPr>
              <a:t>日柱全体や地支を日主とは呼ばない</a:t>
            </a:r>
          </a:p>
        </p:txBody>
      </p:sp>
    </p:spTree>
    <p:extLst>
      <p:ext uri="{BB962C8B-B14F-4D97-AF65-F5344CB8AC3E}">
        <p14:creationId xmlns:p14="http://schemas.microsoft.com/office/powerpoint/2010/main" val="679911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8750A-BE1B-447C-B347-CD743667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7DDDD-FC26-4B2F-9A09-380675C2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7C6AD-2A09-4446-9B3C-2D8DFB9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十干と五行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8F341-A215-48A9-B694-637B579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40CBA-2835-4A0A-9423-57C7D163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C047-D071-47FF-B471-37B8A0F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5664A"/>
                </a:solidFill>
              </a:defRPr>
            </a:pPr>
            <a:r>
              <a:rPr sz="2550" b="1">
                <a:solidFill>
                  <a:srgbClr val="35664A"/>
                </a:solidFill>
              </a:rPr>
              <a:t>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5D68D-14F2-4FA4-A84D-9FA7171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甲・乙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679F6-8B00-4827-B355-7A8B90C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A988F-5B48-4EFC-B2FB-0721F861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9B4339"/>
                </a:solidFill>
              </a:defRPr>
            </a:pPr>
            <a:r>
              <a:rPr sz="2550" b="1">
                <a:solidFill>
                  <a:srgbClr val="9B4339"/>
                </a:solidFill>
              </a:rPr>
              <a:t>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CBDB5-AC16-481E-973B-2447F3F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丙・丁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F5A22-0B9A-469C-BC90-D1C90E22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62CC7-CAE2-4E8F-A459-326CA842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1FA56-FA63-4C6B-A37E-4376A565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908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戊・己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F4D95-B0BD-4D96-A0AC-F7013343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475A8-8FD4-4C35-BA9C-C9BC09A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7834B"/>
                </a:solidFill>
              </a:defRPr>
            </a:pPr>
            <a:r>
              <a:rPr sz="2550" b="1">
                <a:solidFill>
                  <a:srgbClr val="B7834B"/>
                </a:solidFill>
              </a:rPr>
              <a:t>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5AE0B-2EA5-41A8-B2C9-F196511A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庚・辛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2A4EB-1D37-4C0D-8B47-82DB810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9550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CC387-77CA-4272-85BA-66E7772A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385E72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85E72"/>
                </a:solidFill>
              </a:defRPr>
            </a:pPr>
            <a:r>
              <a:rPr sz="2550" b="1">
                <a:solidFill>
                  <a:srgbClr val="385E72"/>
                </a:solidFill>
              </a:rPr>
              <a:t>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9F56A-5607-4602-9FD1-9C8A2FD8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908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壬・癸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458D9-D490-41D6-8121-3199086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6B4328"/>
                </a:solidFill>
              </a:defRPr>
            </a:pPr>
            <a:r>
              <a:rPr sz="2100" b="1">
                <a:solidFill>
                  <a:srgbClr val="6B4328"/>
                </a:solidFill>
              </a:rPr>
              <a:t>五行対応は読み始めの確認項目</a:t>
            </a:r>
          </a:p>
        </p:txBody>
      </p:sp>
    </p:spTree>
    <p:extLst>
      <p:ext uri="{BB962C8B-B14F-4D97-AF65-F5344CB8AC3E}">
        <p14:creationId xmlns:p14="http://schemas.microsoft.com/office/powerpoint/2010/main" val="2100890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AEA46-9CBC-49D9-87DA-21969165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9911D-F649-45AD-B5A2-95665EF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B6F6C-CE9B-4A35-B53C-52EBFA38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模式例　乙巳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BB7E4-CCCD-4EE4-B1E6-874BD27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74E7F-E071-43E9-8CCF-755E6939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6B4328"/>
                </a:solidFill>
              </a:defRPr>
            </a:pPr>
            <a:r>
              <a:rPr sz="1875" b="1">
                <a:solidFill>
                  <a:srgbClr val="6B4328"/>
                </a:solidFill>
              </a:rPr>
              <a:t>日柱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D1F1-CA36-4F58-A6E0-C95F1CFD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C1E2E-9B32-4F7A-BFCA-E5A584B7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6B4328"/>
                </a:solidFill>
              </a:defRPr>
            </a:pPr>
            <a:r>
              <a:rPr sz="3600" b="1">
                <a:solidFill>
                  <a:srgbClr val="6B4328"/>
                </a:solidFill>
              </a:rPr>
              <a:t>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AD59C-DA12-47BE-958F-05FDF1C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5664A"/>
                </a:solidFill>
              </a:defRPr>
            </a:pPr>
            <a:r>
              <a:rPr sz="1650" b="1">
                <a:solidFill>
                  <a:srgbClr val="35664A"/>
                </a:solidFill>
              </a:rPr>
              <a:t>日主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A06EB-BF0A-4263-BA56-1D9AF825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日支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79776-088D-4688-AAA9-19C7FC53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98FC5-4C77-4BF3-96F9-546193AD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34261F"/>
                </a:solidFill>
              </a:defRPr>
            </a:pPr>
            <a:r>
              <a:rPr sz="3600" b="1">
                <a:solidFill>
                  <a:srgbClr val="34261F"/>
                </a:solidFill>
              </a:rPr>
              <a:t>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39A04-388E-4DB8-A1E2-4B41DA61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48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4261F"/>
                </a:solidFill>
              </a:defRPr>
            </a:pPr>
            <a:r>
              <a:rPr sz="1650" b="1">
                <a:solidFill>
                  <a:srgbClr val="34261F"/>
                </a:solidFill>
              </a:rPr>
              <a:t>日支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505D6-ED34-49F3-9C5C-79800BC6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5664A"/>
                </a:solidFill>
              </a:defRPr>
            </a:pPr>
            <a:r>
              <a:rPr sz="2250" b="1">
                <a:solidFill>
                  <a:srgbClr val="35664A"/>
                </a:solidFill>
              </a:rPr>
              <a:t>乙は木に分類する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7E8B4-28FB-4627-8939-59DAD041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6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B4339"/>
                </a:solidFill>
              </a:defRPr>
            </a:pPr>
            <a:r>
              <a:rPr sz="1125" b="1">
                <a:solidFill>
                  <a:srgbClr val="9B4339"/>
                </a:solidFill>
              </a:rPr>
              <a:t>教材用の模式例</a:t>
            </a:r>
          </a:p>
        </p:txBody>
      </p:sp>
    </p:spTree>
    <p:extLst>
      <p:ext uri="{BB962C8B-B14F-4D97-AF65-F5344CB8AC3E}">
        <p14:creationId xmlns:p14="http://schemas.microsoft.com/office/powerpoint/2010/main" val="1706965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71FB8-4465-421A-92C8-1CC6E44E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50E29-868D-410F-B913-52AF76C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9A194-F5F4-47F9-AE90-6ACF030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日主を比較の基準にする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1C884-6FD5-4E19-9D90-B8F654C5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39C84-52BE-4F4B-A14D-B2EFD10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7D8E8-E984-4F59-8124-E0D9DDA7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5664A"/>
                </a:solidFill>
              </a:defRPr>
            </a:pPr>
            <a:r>
              <a:rPr sz="1800" b="1">
                <a:solidFill>
                  <a:srgbClr val="35664A"/>
                </a:solidFill>
              </a:rPr>
              <a:t>日主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54299-F36B-4087-8A80-67AD38AF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6B4328"/>
                </a:solidFill>
              </a:defRPr>
            </a:pPr>
            <a:r>
              <a:rPr sz="3600" b="1">
                <a:solidFill>
                  <a:srgbClr val="6B4328"/>
                </a:solidFill>
              </a:rPr>
              <a:t>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13FE5-DD34-481C-BE28-DCCC1AD6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8F35-ABAC-438C-B2EC-9F0863ED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4261F"/>
                </a:solidFill>
              </a:defRPr>
            </a:pPr>
            <a:r>
              <a:rPr sz="1950" b="1">
                <a:solidFill>
                  <a:srgbClr val="34261F"/>
                </a:solidFill>
              </a:rPr>
              <a:t>年柱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89436-7891-4E8E-983B-E255ECA5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E1BCC-85ED-477C-B3FB-707F4BD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4261F"/>
                </a:solidFill>
              </a:defRPr>
            </a:pPr>
            <a:r>
              <a:rPr sz="1950" b="1">
                <a:solidFill>
                  <a:srgbClr val="34261F"/>
                </a:solidFill>
              </a:rPr>
              <a:t>月柱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8C379-2232-44DC-B70D-A874B26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E85EF-50C9-4505-864B-26615E97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4261F"/>
                </a:solidFill>
              </a:defRPr>
            </a:pPr>
            <a:r>
              <a:rPr sz="1950" b="1">
                <a:solidFill>
                  <a:srgbClr val="34261F"/>
                </a:solidFill>
              </a:rPr>
              <a:t>時柱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0ED98-A881-4B45-85E6-0AABCC6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4DE70-FB71-4CA8-A56B-CC294ECF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4261F"/>
                </a:solidFill>
              </a:defRPr>
            </a:pPr>
            <a:r>
              <a:rPr sz="1950" b="1">
                <a:solidFill>
                  <a:srgbClr val="34261F"/>
                </a:solidFill>
              </a:rPr>
              <a:t>蔵干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B2FBC-F8DB-4187-BEDE-6D4CCD4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B4328"/>
                </a:solidFill>
              </a:defRPr>
            </a:pPr>
            <a:r>
              <a:rPr sz="2025" b="1">
                <a:solidFill>
                  <a:srgbClr val="6B4328"/>
                </a:solidFill>
              </a:rPr>
              <a:t>他の要素との関係を同じ基準で比べる</a:t>
            </a:r>
          </a:p>
        </p:txBody>
      </p:sp>
    </p:spTree>
    <p:extLst>
      <p:ext uri="{BB962C8B-B14F-4D97-AF65-F5344CB8AC3E}">
        <p14:creationId xmlns:p14="http://schemas.microsoft.com/office/powerpoint/2010/main" val="530649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1B3BF-CD70-4F8A-B835-CB3D453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EB5B8-85FA-4C6D-BC3F-A061EF1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C99A-B5C8-4A20-986B-71444EB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追加して確認する根拠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19368-685D-4651-9443-631F9575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ECD8-80CE-4008-84E7-D8EF565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A1B42-58E1-41F6-86A5-B58EECA9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月令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B30FA-8C1C-46F6-ACD4-956DEF1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D6D11-51B7-4375-BD28-B6E923C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蔵干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0191-5A67-4922-9D52-C378193A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D4877-2EAB-4163-A2E4-677D938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通根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1ECE-F131-413F-B2C6-5A8FEAB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34FD3-AC05-4745-BE0A-55704B22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周囲の五行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EBEFD-AF27-4FB8-8838-179A8B5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530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9B4339"/>
                </a:solidFill>
              </a:defRPr>
            </a:pPr>
            <a:r>
              <a:rPr sz="2250" b="1">
                <a:solidFill>
                  <a:srgbClr val="9B4339"/>
                </a:solidFill>
              </a:rPr>
              <a:t>日主一文字だけで性格や強弱を決めない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450962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AA44D-15CA-4F87-B12C-2CFE95A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AD202-5459-4E25-A0AE-5E47773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1B1DD-EB17-4425-B757-FA4A898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出生時刻が分からない場合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94525-4D8E-4ADC-950A-541088B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EA868-13A5-4488-9C3E-44621827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58BB1-1814-4801-99A3-1FAD92D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B4328"/>
                </a:solidFill>
              </a:defRPr>
            </a:pPr>
            <a:r>
              <a:rPr sz="1725" b="1">
                <a:solidFill>
                  <a:srgbClr val="6B4328"/>
                </a:solidFill>
              </a:rPr>
              <a:t>年柱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10A7F-82C6-4DA3-89B8-EBCF2782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35664A"/>
                </a:solidFill>
              </a:defRPr>
            </a:pPr>
            <a:r>
              <a:rPr sz="2700" b="1">
                <a:solidFill>
                  <a:srgbClr val="35664A"/>
                </a:solidFill>
              </a:rPr>
              <a:t>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ED86B-5568-4517-8C3C-E2C227C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73C53-7971-4235-9FFE-7C7640F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86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B4328"/>
                </a:solidFill>
              </a:defRPr>
            </a:pPr>
            <a:r>
              <a:rPr sz="1725" b="1">
                <a:solidFill>
                  <a:srgbClr val="6B4328"/>
                </a:solidFill>
              </a:rPr>
              <a:t>月柱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56447-5A65-4D61-BA6E-EE3A7CBD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35664A"/>
                </a:solidFill>
              </a:defRPr>
            </a:pPr>
            <a:r>
              <a:rPr sz="2700" b="1">
                <a:solidFill>
                  <a:srgbClr val="35664A"/>
                </a:solidFill>
              </a:rPr>
              <a:t>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A3932-9B05-4355-8442-723E26E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F9E92-E746-4396-B945-85566537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86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B4328"/>
                </a:solidFill>
              </a:defRPr>
            </a:pPr>
            <a:r>
              <a:rPr sz="1725" b="1">
                <a:solidFill>
                  <a:srgbClr val="6B4328"/>
                </a:solidFill>
              </a:rPr>
              <a:t>日柱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71B41-FD1A-4AA3-AAF8-BDCEDD1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52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35664A"/>
                </a:solidFill>
              </a:defRPr>
            </a:pPr>
            <a:r>
              <a:rPr sz="2700" b="1">
                <a:solidFill>
                  <a:srgbClr val="35664A"/>
                </a:solidFill>
              </a:rPr>
              <a:t>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315E6-729F-40A0-91D6-83DAA228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ED8D1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B3E19-C443-46E7-AB81-5AB77DB8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86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766F69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66F69"/>
                </a:solidFill>
              </a:defRPr>
            </a:pPr>
            <a:r>
              <a:rPr sz="1725" b="1">
                <a:solidFill>
                  <a:srgbClr val="766F69"/>
                </a:solidFill>
              </a:rPr>
              <a:t>時柱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8BD5E-37DB-4D46-8FA3-046AAE4B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52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66F69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66F69"/>
                </a:solidFill>
              </a:defRPr>
            </a:pPr>
            <a:r>
              <a:rPr sz="2700" b="1">
                <a:solidFill>
                  <a:srgbClr val="766F69"/>
                </a:solidFill>
              </a:rPr>
              <a:t>不明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8DACA-17C7-4024-8D89-753FF26A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時柱を推測せず、確認範囲と確度を示す</a:t>
            </a:r>
          </a:p>
        </p:txBody>
      </p:sp>
    </p:spTree>
    <p:extLst>
      <p:ext uri="{BB962C8B-B14F-4D97-AF65-F5344CB8AC3E}">
        <p14:creationId xmlns:p14="http://schemas.microsoft.com/office/powerpoint/2010/main" val="1295363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BAF8D-6D84-4C15-B9C7-8D056AE9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D41CA-998F-44A3-B9C1-FDBC2F7E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60001-D2A7-4279-B88D-9280DFA8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日主を確認する順序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4CDA7-10B2-4C78-BA1E-E0BC9F0A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BADAE-4F54-42BA-B35C-E24F6020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4A4A5-52A0-426A-A33C-48A9DD7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D546D-7929-4C25-AFCC-1E811F77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日柱の天干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F5F71-BBA5-4784-AAD5-69CE8E6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32D27-8B88-4FEB-80E4-12019010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911B7-89DE-43F1-BC91-D4A884B2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対応する五行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0066-1951-4DCC-A315-C563A2B8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12411-F370-4871-8CB5-27F7D2A2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C8278-9BC5-4670-9A2C-5C78CFE9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他との関係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E9F7F-6941-4BDC-99A3-5D11216C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97105-AE36-43AA-AB7D-EED31C34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017C1-C122-4368-871B-DF437785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追加根拠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80985-776E-4264-837B-C52D374F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6B4328"/>
                </a:solidFill>
              </a:defRPr>
            </a:pPr>
            <a:r>
              <a:rPr sz="2175" b="1">
                <a:solidFill>
                  <a:srgbClr val="6B4328"/>
                </a:solidFill>
              </a:rPr>
              <a:t>日主は出発点。判断には追加根拠が必要</a:t>
            </a:r>
          </a:p>
        </p:txBody>
      </p:sp>
    </p:spTree>
    <p:extLst>
      <p:ext uri="{BB962C8B-B14F-4D97-AF65-F5344CB8AC3E}">
        <p14:creationId xmlns:p14="http://schemas.microsoft.com/office/powerpoint/2010/main" val="1302699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B7143-3117-4029-9CE7-6D809226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95522-9D46-45B5-9365-7B0AC8F7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第3講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901D3-C56C-4DEF-839E-F44E8CC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第3講のまとめ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6FA52-F9C7-4F5A-9F41-16C6C05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40A68-B95E-497B-80BC-BEF054CA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日主は日柱の天干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72432-ED85-463E-BEEF-6A77AC8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CDB0A-ED33-490A-BBE7-BEE62003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乙は木、巳は日支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C4C18-BDC7-4AA8-BEE1-1C0C90E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3B049-EBBE-4DA0-9403-E4F605AC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日主だけで性格や強弱を決めない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D5AA5-C4C6-46CF-AB31-2F087BB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9F55F-F389-4D4D-BB61-ED3C18A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435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次へ　理解度チェック</a:t>
            </a:r>
          </a:p>
        </p:txBody>
      </p:sp>
    </p:spTree>
    <p:extLst>
      <p:ext uri="{BB962C8B-B14F-4D97-AF65-F5344CB8AC3E}">
        <p14:creationId xmlns:p14="http://schemas.microsoft.com/office/powerpoint/2010/main" val="1087666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2026-10-15T03:47:47.9840000Z</dcterms:created>
  <dcterms:modified xsi:type="dcterms:W3CDTF">2026-10-15T03:47:47.9840000Z</dcterms:modified>
</coreProperties>
</file>